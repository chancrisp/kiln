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671FF5-F441-4BFA-AAD8-18CB77222D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D0DB56-3086-4028-B68C-20A3639F61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D078386-D116-49C7-8752-89B561CEB97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Kiln fixture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160000"/>
            <a:ext cx="8640000" cy="216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clay, glaze, fire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20000" y="72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Cone 6 is 1222 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LibreOffice/26.8.1.1$Windows_X86_64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